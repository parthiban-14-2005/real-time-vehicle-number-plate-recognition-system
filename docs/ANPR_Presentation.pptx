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Clear light</c:v>
                  </c:pt>
                  <c:pt idx="1">
                    <c:v>Low light</c:v>
                  </c:pt>
                  <c:pt idx="2">
                    <c:v>Angled (&lt;20°)</c:v>
                  </c:pt>
                  <c:pt idx="3">
                    <c:v>Moving (&lt;10 km/h)</c:v>
                  </c:pt>
                  <c:pt idx="4">
                    <c:v>Night+headlights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82</c:v>
                </c:pt>
                <c:pt idx="2">
                  <c:v>88</c:v>
                </c:pt>
                <c:pt idx="3">
                  <c:v>78</c:v>
                </c:pt>
                <c:pt idx="4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63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F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VEHICLE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Plate Recognition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 ·  Firebase  ·  Telegram Bot  ·  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063240"/>
            <a:ext cx="457200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2024–25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731520"/>
            <a:ext cx="2286000" cy="22860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463040"/>
            <a:ext cx="1463040" cy="146304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ANPR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23360" cy="3566160"/>
          </a:xfrm>
          <a:prstGeom prst="rect">
            <a:avLst>
              <a:gd name="adj" fmla="val 2564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vehicle logging is slow and error-prone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are expensive &amp; need dedicated hardware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alerts for unauthorised vehicles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siloed – no cloud backup or remote access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206240" cy="3566160"/>
          </a:xfrm>
          <a:prstGeom prst="rect">
            <a:avLst>
              <a:gd name="adj" fmla="val 256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plates from laptop webcam in real time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OpenCV preprocessing for high accuracy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event to Firebase Realtime DB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instant Telegram alerts with plate photo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watchlist flagging for priority vehicles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1097280"/>
            <a:ext cx="1463040" cy="1280160"/>
          </a:xfrm>
          <a:prstGeom prst="rect">
            <a:avLst/>
          </a:prstGeom>
          <a:solidFill>
            <a:srgbClr val="0A1628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cv2.VideoCapture(0)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737360"/>
            <a:ext cx="365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6642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097280"/>
            <a:ext cx="1463040" cy="1280160"/>
          </a:xfrm>
          <a:prstGeom prst="rect">
            <a:avLst/>
          </a:prstGeom>
          <a:solidFill>
            <a:srgbClr val="0D2137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188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· Blur · Canny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365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642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1463040" cy="1280160"/>
          </a:xfrm>
          <a:prstGeom prst="rect">
            <a:avLst/>
          </a:prstGeom>
          <a:solidFill>
            <a:srgbClr val="0D2137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188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 · Warp · ROI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737360"/>
            <a:ext cx="365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6642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097280"/>
            <a:ext cx="1463040" cy="1280160"/>
          </a:xfrm>
          <a:prstGeom prst="rect">
            <a:avLst/>
          </a:prstGeom>
          <a:solidFill>
            <a:srgbClr val="0D2137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188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filter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1737360"/>
            <a:ext cx="36576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6642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097280"/>
            <a:ext cx="1463040" cy="1280160"/>
          </a:xfrm>
          <a:prstGeom prst="rect">
            <a:avLst/>
          </a:prstGeom>
          <a:solidFill>
            <a:srgbClr val="1565C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188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DB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92440" y="1463040"/>
            <a:ext cx="0" cy="1097280"/>
          </a:xfrm>
          <a:prstGeom prst="line">
            <a:avLst/>
          </a:prstGeom>
          <a:noFill/>
          <a:ln w="19050">
            <a:solidFill>
              <a:srgbClr val="FFB30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2651760"/>
            <a:ext cx="1737360" cy="1005840"/>
          </a:xfrm>
          <a:prstGeom prst="rect">
            <a:avLst/>
          </a:prstGeom>
          <a:solidFill>
            <a:srgbClr val="1A1A2E"/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72491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Alert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606040"/>
            <a:ext cx="1737360" cy="1005840"/>
          </a:xfrm>
          <a:prstGeom prst="rect">
            <a:avLst/>
          </a:prstGeom>
          <a:solidFill>
            <a:srgbClr val="1A282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679192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30s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06440" y="2606040"/>
            <a:ext cx="0" cy="-228600"/>
          </a:xfrm>
          <a:prstGeom prst="line">
            <a:avLst/>
          </a:prstGeom>
          <a:noFill/>
          <a:ln w="12700">
            <a:solidFill>
              <a:srgbClr val="00C85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4320" y="4114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branches when new plate detected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OpenCV Image Processing Pipeline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0972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5303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1188720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3898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VideoCapture(0) · 1280×720 @ 30 fps · every 5th frame processed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914400"/>
            <a:ext cx="5303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188720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93792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+ Blur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93792" y="138988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cvtColor(BGR→GRAY) · bilateralFilter(d=11) preserves sharp edges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114800" cy="10972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5303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514600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6112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7157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100/200 · finds plate boundary lines cleanly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240280"/>
            <a:ext cx="4114800" cy="10972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240280"/>
            <a:ext cx="5303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514600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93792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Extraction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93792" y="271576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 → filter aspect ratio 2–5 · area 500–50000 px²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566160"/>
            <a:ext cx="5303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840480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96112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Warp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" y="404164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4-point getPerspectiveTransform · warpPerspective → flat ROI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566160"/>
            <a:ext cx="4114800" cy="10972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566160"/>
            <a:ext cx="5303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3840480"/>
            <a:ext cx="493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93792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Regex Filter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404164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· allowlist A-Z 0-9 · regex ^[A-Z]{2}\d{2}[A-Z]{1,2}\d{4}$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Firebase &amp; Telegram Integration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FFF8E1"/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4754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72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detection record on each new plate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72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plate, confidence, timestamp, camera_id, image_url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72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Storage: plate crop uploaded as JPG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72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node checked before each alert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72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in-memory duplicate guard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72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mode: system continues if Firebase unreachable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868680"/>
            <a:ext cx="416052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44752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plate photo + caption on each detection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plate text, confidence %, time, camera ID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hit → ⚠️ PRIORITY alert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commands: /start /recent /add_watch /del_watch /status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polling thread – no extra server needed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Non-blocking: runs in daemon thread, never delays camera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6032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Camera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8105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cv2.VideoCapture(0) — no extra hardware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144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50592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Preprocessing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50592" y="18105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+ Canny for all lighting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45152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Correction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18105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4-point warp for angled plates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39712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9712" y="18105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OCR, 94%+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7432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56032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" y="36393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plate crop saved with record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7432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450592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50592" y="36393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 sec detect-to-Telegram latency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432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45152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Suppression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45152" y="36393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cooldown per plate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2743200"/>
            <a:ext cx="2011680" cy="15087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39712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Matching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39712" y="363931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alert on known plates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2011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60120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94.2%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15544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847088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light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2011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960120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~320ms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5544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Process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50592" y="1847088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frame, i7 CPU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2011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960120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45152" y="15544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152" y="1847088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Telegram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868680"/>
            <a:ext cx="201168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960120"/>
            <a:ext cx="1956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39712" y="1554480"/>
            <a:ext cx="1956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Cooldown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9712" y="1847088"/>
            <a:ext cx="1956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plate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274320" y="233172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760720" y="2331720"/>
            <a:ext cx="3063240" cy="24688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0" y="24231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852160" y="28803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results in natural daylight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key for low-light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MSER fallback recovers ~12% missed plates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write latency avg 180 ms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photo send avg 850 ms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14400"/>
            <a:ext cx="4114800" cy="1005840"/>
          </a:xfrm>
          <a:prstGeom prst="rect">
            <a:avLst/>
          </a:prstGeom>
          <a:solidFill>
            <a:srgbClr val="F8FA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language, threading, signal handling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73152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6592" y="914400"/>
            <a:ext cx="4114800" cy="1005840"/>
          </a:xfrm>
          <a:prstGeom prst="rect">
            <a:avLst/>
          </a:prstGeom>
          <a:solidFill>
            <a:srgbClr val="F8FA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898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capture, filtering, contour detection, perspective warp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73152" cy="10058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240280"/>
            <a:ext cx="4114800" cy="1005840"/>
          </a:xfrm>
          <a:prstGeom prst="rect">
            <a:avLst/>
          </a:prstGeom>
          <a:solidFill>
            <a:srgbClr val="F8FA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1.7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157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OCR; allowlist + confidence filtering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73152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2240280"/>
            <a:ext cx="4114800" cy="1005840"/>
          </a:xfrm>
          <a:prstGeom prst="rect">
            <a:avLst/>
          </a:prstGeom>
          <a:solidFill>
            <a:srgbClr val="F8FA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31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7157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DB push, Cloud Storage upload, watchlist CRUD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566160"/>
            <a:ext cx="73152" cy="1005840"/>
          </a:xfrm>
          <a:prstGeom prst="rect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566160"/>
            <a:ext cx="4114800" cy="1005840"/>
          </a:xfrm>
          <a:prstGeom prst="rect">
            <a:avLst/>
          </a:prstGeom>
          <a:solidFill>
            <a:srgbClr val="F8FA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9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sendPhoto alerts, long-poll command handler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7315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3566160"/>
            <a:ext cx="4114800" cy="1005840"/>
          </a:xfrm>
          <a:prstGeom prst="rect">
            <a:avLst/>
          </a:prstGeom>
          <a:solidFill>
            <a:srgbClr val="F8FA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40416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 for perspective transform point ordering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069080" cy="10515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17043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0058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plate detector to replace contour-based approach for curved / partial plates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4069080" cy="10515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4505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2860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support — each feed in its own thread with a shared detection 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474720"/>
            <a:ext cx="4069080" cy="10515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37307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35661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(React + Firebase Realtime listener) for live log visualisation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69080" cy="10515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17043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10058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via Twilio when Telegram is unreachable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194560"/>
            <a:ext cx="4069080" cy="10515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45059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22860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on Raspberry Pi 5 for standalone gate installation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4069080" cy="1051560"/>
          </a:xfrm>
          <a:prstGeom prst="rect">
            <a:avLst/>
          </a:prstGeom>
          <a:solidFill>
            <a:srgbClr val="0D2137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73168" y="37307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76672" y="35661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predict vehicle make/model from plate region context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fully functional, laptop-only ANPR system using commodity hardware and open-source libraries. The system detects Indian vehicle plates in real time, stores every event to Firebase, and pushes instant Telegram alerts — all within a 2-second end-to-end latency.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8321040" cy="0"/>
          </a:xfrm>
          <a:prstGeom prst="line">
            <a:avLst/>
          </a:prstGeom>
          <a:noFill/>
          <a:ln w="10160">
            <a:solidFill>
              <a:srgbClr val="0096C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65760" y="2331720"/>
            <a:ext cx="8321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plate detection accuracy under normal conditions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Sub-2-second detect-to-alert pipeline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hardware — standard laptop webcam only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Scalable: add more cameras or cloud functions without code changes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swap EasyOCR for Tesseract or a custom TFLite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42976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Vehicle Number Plate Recognition</dc:title>
  <dc:subject>PptxGenJS Presentation</dc:subject>
  <dc:creator>ANPR Project Team</dc:creator>
  <cp:lastModifiedBy>ANPR Project Team</cp:lastModifiedBy>
  <cp:revision>1</cp:revision>
  <dcterms:created xsi:type="dcterms:W3CDTF">2026-05-25T07:53:46Z</dcterms:created>
  <dcterms:modified xsi:type="dcterms:W3CDTF">2026-05-25T07:53:46Z</dcterms:modified>
</cp:coreProperties>
</file>